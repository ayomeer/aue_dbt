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90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2B623-FA33-4F24-71FD-E1E393949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0F683D-B8BF-85E9-B381-8DADC0598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410569-C676-8553-8BDF-97A8D9ADE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4F06-73D8-49A2-8AE9-398299991868}" type="datetimeFigureOut">
              <a:rPr lang="de-CH" smtClean="0"/>
              <a:t>15.12.2022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2DFE33-4066-EBA1-06EA-1E174808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5EA377-54C3-4563-626E-0B538269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18EA-EBEE-4D2B-BB55-967B0C98EAC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302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B6F96-4A85-FA2F-6503-565886BDA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5149BE-0D37-C6A8-1DB1-3B636250D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EE64A8-FB5A-8003-20B6-C3D020377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4F06-73D8-49A2-8AE9-398299991868}" type="datetimeFigureOut">
              <a:rPr lang="de-CH" smtClean="0"/>
              <a:t>15.12.2022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3F6208-9D09-E0C9-DDDE-8F8A4FBF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07B93E-75FB-A2EE-D990-0B41A441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18EA-EBEE-4D2B-BB55-967B0C98EAC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2637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CFE8EC-3A35-C4E3-DD84-223F79C06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2F4C1D-970E-4457-8E87-42F23E855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36BDF7-A16D-60A5-346D-FB96047C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4F06-73D8-49A2-8AE9-398299991868}" type="datetimeFigureOut">
              <a:rPr lang="de-CH" smtClean="0"/>
              <a:t>15.12.2022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2ACFA8-838B-816E-5776-5DA1B277E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DA3FB-F1E5-39FE-723D-FD6384E47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18EA-EBEE-4D2B-BB55-967B0C98EAC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066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0AA0B-015C-4BA8-F64E-58047246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90F6B8-59C9-6C6F-B174-8FA1421B6C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44D9DF-663B-70E6-8FFD-01D4C77EF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A2F39A-D30B-3972-E5BD-2610624D3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4F06-73D8-49A2-8AE9-398299991868}" type="datetimeFigureOut">
              <a:rPr lang="de-CH" smtClean="0"/>
              <a:t>15.12.2022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F2A1C9-9D42-CDB7-574A-8ECC89F1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F941687-5C65-5CA3-C557-FDA22ECBB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18EA-EBEE-4D2B-BB55-967B0C98EAC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7345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6C0AF4-476E-49E4-EFA7-71A5A1EA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620371-0BAE-2082-E1DC-CBA3F90AF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F9B3A69-BA76-2D39-E8F5-A719C2421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2D0697-731B-183B-296E-4E3216633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9CF3962-DF69-8814-58B5-879ED3EEA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E380376-8D22-4C98-D979-7A165DA8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4F06-73D8-49A2-8AE9-398299991868}" type="datetimeFigureOut">
              <a:rPr lang="de-CH" smtClean="0"/>
              <a:t>15.12.2022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6A48D49-5947-6D14-6C98-C6A4073A8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15E5B45-C484-EBEE-E988-D4DFF2AFF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18EA-EBEE-4D2B-BB55-967B0C98EAC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68258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0E46AB-C55C-7060-D96A-C114992ED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9738776-AA78-115D-6CFB-7A3916C4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4F06-73D8-49A2-8AE9-398299991868}" type="datetimeFigureOut">
              <a:rPr lang="de-CH" smtClean="0"/>
              <a:t>15.12.2022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DB5ABA-B2D4-02AE-2336-E559CFC0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6CC23A-81D9-6AF5-3DB5-5FCADB8A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18EA-EBEE-4D2B-BB55-967B0C98EAC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1872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2960851-5FD9-EC53-A291-137877282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4F06-73D8-49A2-8AE9-398299991868}" type="datetimeFigureOut">
              <a:rPr lang="de-CH" smtClean="0"/>
              <a:t>15.12.2022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417B6EF-C0D8-A9E8-C4CF-16729A4FE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42A8F7B-1513-9896-4256-BA1E8E294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18EA-EBEE-4D2B-BB55-967B0C98EAC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8412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1052BF-8B2B-023A-6397-0A1A60652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584B61-5EA9-5806-A9C0-ACFCE889E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2F92A7-9BCD-D670-FA3F-AFAB6109C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065E54-C112-7695-2C90-20AE88035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4F06-73D8-49A2-8AE9-398299991868}" type="datetimeFigureOut">
              <a:rPr lang="de-CH" smtClean="0"/>
              <a:t>15.12.2022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809611-9429-F7C6-4C85-FC0145AE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B23967-2E28-CE94-1682-0EB8B6932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18EA-EBEE-4D2B-BB55-967B0C98EAC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0875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40A8EA-2A00-B675-2930-7C9E206B8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A05E749-7101-34FC-5FAF-12EFF38FB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7B6B2C-6786-5CF6-36A0-0D1360E3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CF1F0C-C8C5-13A8-00CF-D1822DF5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4F06-73D8-49A2-8AE9-398299991868}" type="datetimeFigureOut">
              <a:rPr lang="de-CH" smtClean="0"/>
              <a:t>15.12.2022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BD442F-2003-87BA-E5C8-FE91BB1FA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F4A021-3AED-74C4-763B-9A39BE1CD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18EA-EBEE-4D2B-BB55-967B0C98EAC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9790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91E92D-72DF-3F36-57A2-783E3F15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4EB530-BDE9-17BB-B470-BD078A3CE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3EEE4F-A118-7208-1EB3-30994F370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4F06-73D8-49A2-8AE9-398299991868}" type="datetimeFigureOut">
              <a:rPr lang="de-CH" smtClean="0"/>
              <a:t>15.12.2022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C8268E-0266-E2E9-85DC-76CFE75FB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749B55-566B-B865-8CFF-95D3C636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18EA-EBEE-4D2B-BB55-967B0C98EAC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243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32DC4F3-0C86-EFB0-AAD8-70674020A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3B3610-FED6-25B7-D6A9-5C2B99C9E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576999-A93C-9539-1B67-D505250C3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4F06-73D8-49A2-8AE9-398299991868}" type="datetimeFigureOut">
              <a:rPr lang="de-CH" smtClean="0"/>
              <a:t>15.12.2022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848733-1C06-DC2A-B8FC-3F8A990A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2F746D-56E3-93AD-DD0A-069FAA09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D18EA-EBEE-4D2B-BB55-967B0C98EAC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95842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B5D233C-C2DD-2176-927A-2694CFE77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76462D-7B85-2541-7039-FB134F99B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D91489-7195-163A-E565-56E885418E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14F06-73D8-49A2-8AE9-398299991868}" type="datetimeFigureOut">
              <a:rPr lang="de-CH" smtClean="0"/>
              <a:t>15.12.2022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1A92E4-4C6A-924E-1F17-1FF274478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F6B5C8-3C9C-445B-F64E-FAE4C227D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D18EA-EBEE-4D2B-BB55-967B0C98EAC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2442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04F8BD5-FADD-D25B-A974-6E035D42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0"/>
            <a:ext cx="5760720" cy="2133600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A5CCDC-D1F6-6C64-0CE0-362F65F29178}"/>
              </a:ext>
            </a:extLst>
          </p:cNvPr>
          <p:cNvGrpSpPr/>
          <p:nvPr/>
        </p:nvGrpSpPr>
        <p:grpSpPr>
          <a:xfrm>
            <a:off x="0" y="335280"/>
            <a:ext cx="5829300" cy="3710305"/>
            <a:chOff x="0" y="335280"/>
            <a:chExt cx="5829300" cy="3710305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7304EB41-352D-4174-27EC-5A15D1061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35280"/>
              <a:ext cx="5760720" cy="3710305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F5F28A4-5CCE-E923-D869-9D0B7074BB93}"/>
                </a:ext>
              </a:extLst>
            </p:cNvPr>
            <p:cNvSpPr/>
            <p:nvPr/>
          </p:nvSpPr>
          <p:spPr>
            <a:xfrm>
              <a:off x="4937760" y="2255520"/>
              <a:ext cx="891540" cy="2819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pic>
        <p:nvPicPr>
          <p:cNvPr id="8" name="Grafik 7">
            <a:extLst>
              <a:ext uri="{FF2B5EF4-FFF2-40B4-BE49-F238E27FC236}">
                <a16:creationId xmlns:a16="http://schemas.microsoft.com/office/drawing/2014/main" id="{A411E718-C5AB-F12D-EC17-E1A46F2D6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345" y="0"/>
            <a:ext cx="4859655" cy="399986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7025517-B0ED-61F4-C387-1549BC804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344" y="4366260"/>
            <a:ext cx="4859655" cy="249174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84C400CD-34F0-6F20-8C2F-A245B024A8AB}"/>
              </a:ext>
            </a:extLst>
          </p:cNvPr>
          <p:cNvSpPr txBox="1"/>
          <p:nvPr/>
        </p:nvSpPr>
        <p:spPr>
          <a:xfrm>
            <a:off x="4959096" y="0"/>
            <a:ext cx="236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dirty="0"/>
              <a:t>23.1 </a:t>
            </a:r>
            <a:r>
              <a:rPr lang="de-CH" dirty="0" err="1"/>
              <a:t>übr</a:t>
            </a:r>
            <a:r>
              <a:rPr lang="de-CH" dirty="0"/>
              <a:t>. Biotopflächen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143D1D20-6073-520B-6C1F-B05A15122228}"/>
              </a:ext>
            </a:extLst>
          </p:cNvPr>
          <p:cNvCxnSpPr/>
          <p:nvPr/>
        </p:nvCxnSpPr>
        <p:spPr>
          <a:xfrm flipH="1" flipV="1">
            <a:off x="4178300" y="590550"/>
            <a:ext cx="3270250" cy="52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E6FF1A1-EC2D-6A2E-4E64-5C932B45ED15}"/>
              </a:ext>
            </a:extLst>
          </p:cNvPr>
          <p:cNvCxnSpPr/>
          <p:nvPr/>
        </p:nvCxnSpPr>
        <p:spPr>
          <a:xfrm flipH="1" flipV="1">
            <a:off x="4425950" y="717550"/>
            <a:ext cx="3009900" cy="552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3EF4445-7EF2-00A0-A9D6-C1EA523EDCDA}"/>
              </a:ext>
            </a:extLst>
          </p:cNvPr>
          <p:cNvCxnSpPr/>
          <p:nvPr/>
        </p:nvCxnSpPr>
        <p:spPr>
          <a:xfrm flipH="1" flipV="1">
            <a:off x="4425950" y="838200"/>
            <a:ext cx="3022600" cy="590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9F7D32EC-D551-8472-2F25-A4DBD918970B}"/>
              </a:ext>
            </a:extLst>
          </p:cNvPr>
          <p:cNvCxnSpPr>
            <a:cxnSpLocks/>
          </p:cNvCxnSpPr>
          <p:nvPr/>
        </p:nvCxnSpPr>
        <p:spPr>
          <a:xfrm flipH="1">
            <a:off x="3854450" y="889000"/>
            <a:ext cx="3581400" cy="113665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AC4D356-B776-9C26-77DD-E2E174EA01C0}"/>
              </a:ext>
            </a:extLst>
          </p:cNvPr>
          <p:cNvCxnSpPr/>
          <p:nvPr/>
        </p:nvCxnSpPr>
        <p:spPr>
          <a:xfrm flipH="1">
            <a:off x="4044950" y="1752600"/>
            <a:ext cx="3403600" cy="502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D3BDDCA6-FBCE-CC42-1038-E0713B7BD12F}"/>
              </a:ext>
            </a:extLst>
          </p:cNvPr>
          <p:cNvCxnSpPr/>
          <p:nvPr/>
        </p:nvCxnSpPr>
        <p:spPr>
          <a:xfrm flipH="1">
            <a:off x="4800600" y="1181100"/>
            <a:ext cx="5441950" cy="116205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0CA57BCA-782B-8BAC-85AA-97D95F839108}"/>
              </a:ext>
            </a:extLst>
          </p:cNvPr>
          <p:cNvCxnSpPr/>
          <p:nvPr/>
        </p:nvCxnSpPr>
        <p:spPr>
          <a:xfrm flipH="1">
            <a:off x="4000500" y="1428750"/>
            <a:ext cx="6242050" cy="106299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23853BD5-3A92-6FDB-D800-EBD0AD637104}"/>
              </a:ext>
            </a:extLst>
          </p:cNvPr>
          <p:cNvCxnSpPr/>
          <p:nvPr/>
        </p:nvCxnSpPr>
        <p:spPr>
          <a:xfrm flipH="1" flipV="1">
            <a:off x="3740150" y="1803400"/>
            <a:ext cx="3822700" cy="1181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F962AB6E-6013-3401-E78E-C076D6EA09AB}"/>
              </a:ext>
            </a:extLst>
          </p:cNvPr>
          <p:cNvCxnSpPr/>
          <p:nvPr/>
        </p:nvCxnSpPr>
        <p:spPr>
          <a:xfrm flipH="1">
            <a:off x="5638800" y="3492500"/>
            <a:ext cx="2635250" cy="361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0DCF7ED5-F2C1-4392-AEC6-C1A5E885B82A}"/>
              </a:ext>
            </a:extLst>
          </p:cNvPr>
          <p:cNvSpPr/>
          <p:nvPr/>
        </p:nvSpPr>
        <p:spPr>
          <a:xfrm>
            <a:off x="9340850" y="114300"/>
            <a:ext cx="1587500" cy="47625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7A24B53C-DAF6-EB3B-A928-F114053813E3}"/>
              </a:ext>
            </a:extLst>
          </p:cNvPr>
          <p:cNvCxnSpPr>
            <a:cxnSpLocks/>
          </p:cNvCxnSpPr>
          <p:nvPr/>
        </p:nvCxnSpPr>
        <p:spPr>
          <a:xfrm flipV="1">
            <a:off x="4324350" y="369332"/>
            <a:ext cx="5592007" cy="176426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E6B4CFF-32D7-311F-0C57-C96D09B7AB5D}"/>
              </a:ext>
            </a:extLst>
          </p:cNvPr>
          <p:cNvCxnSpPr/>
          <p:nvPr/>
        </p:nvCxnSpPr>
        <p:spPr>
          <a:xfrm flipV="1">
            <a:off x="4324350" y="1580225"/>
            <a:ext cx="3111500" cy="553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84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04F8BD5-FADD-D25B-A974-6E035D42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0"/>
            <a:ext cx="5760720" cy="2133600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A5CCDC-D1F6-6C64-0CE0-362F65F29178}"/>
              </a:ext>
            </a:extLst>
          </p:cNvPr>
          <p:cNvGrpSpPr/>
          <p:nvPr/>
        </p:nvGrpSpPr>
        <p:grpSpPr>
          <a:xfrm>
            <a:off x="0" y="335280"/>
            <a:ext cx="5829300" cy="3710305"/>
            <a:chOff x="0" y="335280"/>
            <a:chExt cx="5829300" cy="3710305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7304EB41-352D-4174-27EC-5A15D1061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35280"/>
              <a:ext cx="5760720" cy="3710305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F5F28A4-5CCE-E923-D869-9D0B7074BB93}"/>
                </a:ext>
              </a:extLst>
            </p:cNvPr>
            <p:cNvSpPr/>
            <p:nvPr/>
          </p:nvSpPr>
          <p:spPr>
            <a:xfrm>
              <a:off x="4937760" y="2255520"/>
              <a:ext cx="891540" cy="2819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5BA50C4D-659A-2631-792C-1F8169B71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344" y="4366260"/>
            <a:ext cx="4859655" cy="249174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5FEA611-62C5-026A-C6DB-8F71E3D4E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345" y="10795"/>
            <a:ext cx="4859655" cy="403479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28335E9-3A87-F713-03F1-EFBBB9D8B388}"/>
              </a:ext>
            </a:extLst>
          </p:cNvPr>
          <p:cNvSpPr txBox="1"/>
          <p:nvPr/>
        </p:nvSpPr>
        <p:spPr>
          <a:xfrm>
            <a:off x="5044696" y="0"/>
            <a:ext cx="2193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dirty="0"/>
              <a:t>23.2 </a:t>
            </a:r>
            <a:r>
              <a:rPr lang="de-CH" dirty="0" err="1"/>
              <a:t>übr</a:t>
            </a:r>
            <a:r>
              <a:rPr lang="de-CH" dirty="0"/>
              <a:t>. Biotoplinien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A362313D-067E-771F-9ED3-07B232EFD012}"/>
              </a:ext>
            </a:extLst>
          </p:cNvPr>
          <p:cNvCxnSpPr/>
          <p:nvPr/>
        </p:nvCxnSpPr>
        <p:spPr>
          <a:xfrm flipH="1" flipV="1">
            <a:off x="4171950" y="596900"/>
            <a:ext cx="3263900" cy="51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608A068-C597-45C1-B799-618B31DF3B77}"/>
              </a:ext>
            </a:extLst>
          </p:cNvPr>
          <p:cNvCxnSpPr/>
          <p:nvPr/>
        </p:nvCxnSpPr>
        <p:spPr>
          <a:xfrm flipH="1" flipV="1">
            <a:off x="4432300" y="717550"/>
            <a:ext cx="3028950" cy="571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4ACE443-7CF4-23AD-D81C-B98AA377D77D}"/>
              </a:ext>
            </a:extLst>
          </p:cNvPr>
          <p:cNvCxnSpPr/>
          <p:nvPr/>
        </p:nvCxnSpPr>
        <p:spPr>
          <a:xfrm flipH="1" flipV="1">
            <a:off x="4413250" y="831850"/>
            <a:ext cx="3022600" cy="615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202876F2-D862-3961-5DB7-C89FE9B277BA}"/>
              </a:ext>
            </a:extLst>
          </p:cNvPr>
          <p:cNvCxnSpPr>
            <a:cxnSpLocks/>
          </p:cNvCxnSpPr>
          <p:nvPr/>
        </p:nvCxnSpPr>
        <p:spPr>
          <a:xfrm flipH="1">
            <a:off x="3867150" y="920750"/>
            <a:ext cx="3594100" cy="111125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9721BFB9-4566-AD45-FAF8-B97A99A99110}"/>
              </a:ext>
            </a:extLst>
          </p:cNvPr>
          <p:cNvCxnSpPr/>
          <p:nvPr/>
        </p:nvCxnSpPr>
        <p:spPr>
          <a:xfrm flipH="1">
            <a:off x="4025900" y="1771650"/>
            <a:ext cx="3409950" cy="483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EBFB2C02-C903-F263-6259-B982AE5347E7}"/>
              </a:ext>
            </a:extLst>
          </p:cNvPr>
          <p:cNvCxnSpPr/>
          <p:nvPr/>
        </p:nvCxnSpPr>
        <p:spPr>
          <a:xfrm flipH="1">
            <a:off x="4794250" y="1206500"/>
            <a:ext cx="5480050" cy="113665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2152B6BF-C426-F92A-87A3-E5F91EE7D269}"/>
              </a:ext>
            </a:extLst>
          </p:cNvPr>
          <p:cNvCxnSpPr/>
          <p:nvPr/>
        </p:nvCxnSpPr>
        <p:spPr>
          <a:xfrm flipH="1">
            <a:off x="4025900" y="1447800"/>
            <a:ext cx="6229350" cy="104394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7C97DAF6-E8E0-09FC-FEDA-FB262721DF98}"/>
              </a:ext>
            </a:extLst>
          </p:cNvPr>
          <p:cNvCxnSpPr>
            <a:cxnSpLocks/>
          </p:cNvCxnSpPr>
          <p:nvPr/>
        </p:nvCxnSpPr>
        <p:spPr>
          <a:xfrm flipH="1" flipV="1">
            <a:off x="3727450" y="1822450"/>
            <a:ext cx="3841750" cy="1155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03CED24-573D-9124-1880-14C5B065273B}"/>
              </a:ext>
            </a:extLst>
          </p:cNvPr>
          <p:cNvCxnSpPr>
            <a:cxnSpLocks/>
          </p:cNvCxnSpPr>
          <p:nvPr/>
        </p:nvCxnSpPr>
        <p:spPr>
          <a:xfrm flipH="1">
            <a:off x="4089400" y="3429000"/>
            <a:ext cx="4133850" cy="4508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lipse 29">
            <a:extLst>
              <a:ext uri="{FF2B5EF4-FFF2-40B4-BE49-F238E27FC236}">
                <a16:creationId xmlns:a16="http://schemas.microsoft.com/office/drawing/2014/main" id="{945F079B-D48B-AE02-8829-D96E41C93B03}"/>
              </a:ext>
            </a:extLst>
          </p:cNvPr>
          <p:cNvSpPr/>
          <p:nvPr/>
        </p:nvSpPr>
        <p:spPr>
          <a:xfrm>
            <a:off x="9340850" y="114300"/>
            <a:ext cx="1587500" cy="47625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42B6C43-41DA-B262-0D42-7355058E42E6}"/>
              </a:ext>
            </a:extLst>
          </p:cNvPr>
          <p:cNvCxnSpPr>
            <a:cxnSpLocks/>
          </p:cNvCxnSpPr>
          <p:nvPr/>
        </p:nvCxnSpPr>
        <p:spPr>
          <a:xfrm flipV="1">
            <a:off x="4330700" y="369332"/>
            <a:ext cx="5567902" cy="175791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08FCFB2-9136-7B8E-6404-4802229C25DB}"/>
              </a:ext>
            </a:extLst>
          </p:cNvPr>
          <p:cNvCxnSpPr/>
          <p:nvPr/>
        </p:nvCxnSpPr>
        <p:spPr>
          <a:xfrm flipV="1">
            <a:off x="4330700" y="1597981"/>
            <a:ext cx="3130550" cy="529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79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04F8BD5-FADD-D25B-A974-6E035D42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0"/>
            <a:ext cx="5760720" cy="2133600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A5CCDC-D1F6-6C64-0CE0-362F65F29178}"/>
              </a:ext>
            </a:extLst>
          </p:cNvPr>
          <p:cNvGrpSpPr/>
          <p:nvPr/>
        </p:nvGrpSpPr>
        <p:grpSpPr>
          <a:xfrm>
            <a:off x="0" y="335280"/>
            <a:ext cx="5829300" cy="3710305"/>
            <a:chOff x="0" y="335280"/>
            <a:chExt cx="5829300" cy="3710305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7304EB41-352D-4174-27EC-5A15D1061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35280"/>
              <a:ext cx="5760720" cy="3710305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F5F28A4-5CCE-E923-D869-9D0B7074BB93}"/>
                </a:ext>
              </a:extLst>
            </p:cNvPr>
            <p:cNvSpPr/>
            <p:nvPr/>
          </p:nvSpPr>
          <p:spPr>
            <a:xfrm>
              <a:off x="4937760" y="2255520"/>
              <a:ext cx="891540" cy="2819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361FFFFD-8CB5-6032-3396-FABD50136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344" y="4366260"/>
            <a:ext cx="4859655" cy="249174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E930B67-433D-2439-1940-DB165441B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345" y="0"/>
            <a:ext cx="4859655" cy="328422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074C059-5789-AE4E-3A77-D48246F00BD3}"/>
              </a:ext>
            </a:extLst>
          </p:cNvPr>
          <p:cNvSpPr txBox="1"/>
          <p:nvPr/>
        </p:nvSpPr>
        <p:spPr>
          <a:xfrm>
            <a:off x="4974389" y="0"/>
            <a:ext cx="2334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dirty="0"/>
              <a:t>23.3 </a:t>
            </a:r>
            <a:r>
              <a:rPr lang="de-CH" dirty="0" err="1"/>
              <a:t>übr</a:t>
            </a:r>
            <a:r>
              <a:rPr lang="de-CH" dirty="0"/>
              <a:t>. Biotoppunkte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D3D52E5-1B37-808B-D03B-E1062FF47483}"/>
              </a:ext>
            </a:extLst>
          </p:cNvPr>
          <p:cNvCxnSpPr/>
          <p:nvPr/>
        </p:nvCxnSpPr>
        <p:spPr>
          <a:xfrm flipH="1">
            <a:off x="3848100" y="876300"/>
            <a:ext cx="3625850" cy="1143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5344344-19A9-4238-0792-686071C51C06}"/>
              </a:ext>
            </a:extLst>
          </p:cNvPr>
          <p:cNvCxnSpPr/>
          <p:nvPr/>
        </p:nvCxnSpPr>
        <p:spPr>
          <a:xfrm flipH="1" flipV="1">
            <a:off x="4178300" y="603250"/>
            <a:ext cx="3289300" cy="469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0507188-E63D-3F0E-FCF0-7C09EDFFECF0}"/>
              </a:ext>
            </a:extLst>
          </p:cNvPr>
          <p:cNvCxnSpPr/>
          <p:nvPr/>
        </p:nvCxnSpPr>
        <p:spPr>
          <a:xfrm flipH="1" flipV="1">
            <a:off x="4419600" y="717550"/>
            <a:ext cx="3054350" cy="527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870D305-0D14-6D80-AC4F-C9E4034A50A4}"/>
              </a:ext>
            </a:extLst>
          </p:cNvPr>
          <p:cNvCxnSpPr/>
          <p:nvPr/>
        </p:nvCxnSpPr>
        <p:spPr>
          <a:xfrm flipH="1" flipV="1">
            <a:off x="4400550" y="876300"/>
            <a:ext cx="3073400" cy="52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4542ECA-D57F-F0FC-132A-906B408B1A1A}"/>
              </a:ext>
            </a:extLst>
          </p:cNvPr>
          <p:cNvCxnSpPr/>
          <p:nvPr/>
        </p:nvCxnSpPr>
        <p:spPr>
          <a:xfrm flipH="1">
            <a:off x="4013200" y="1695450"/>
            <a:ext cx="3454400" cy="560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C6D301E-3616-9AC5-D35E-81DCDE594234}"/>
              </a:ext>
            </a:extLst>
          </p:cNvPr>
          <p:cNvCxnSpPr/>
          <p:nvPr/>
        </p:nvCxnSpPr>
        <p:spPr>
          <a:xfrm flipH="1">
            <a:off x="4781550" y="1162050"/>
            <a:ext cx="5518150" cy="120015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AC8DA1BF-ABCC-1B0C-E4D3-F1DB98B01F1B}"/>
              </a:ext>
            </a:extLst>
          </p:cNvPr>
          <p:cNvCxnSpPr/>
          <p:nvPr/>
        </p:nvCxnSpPr>
        <p:spPr>
          <a:xfrm flipH="1">
            <a:off x="4013200" y="1397000"/>
            <a:ext cx="6273800" cy="109474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18DA3FB7-2712-0F3B-EDFA-3082B76E81B5}"/>
              </a:ext>
            </a:extLst>
          </p:cNvPr>
          <p:cNvCxnSpPr/>
          <p:nvPr/>
        </p:nvCxnSpPr>
        <p:spPr>
          <a:xfrm flipH="1" flipV="1">
            <a:off x="3733800" y="1784350"/>
            <a:ext cx="384175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6D45ADCC-932B-81BF-B5E9-B9719F4C5CDC}"/>
              </a:ext>
            </a:extLst>
          </p:cNvPr>
          <p:cNvCxnSpPr/>
          <p:nvPr/>
        </p:nvCxnSpPr>
        <p:spPr>
          <a:xfrm flipH="1">
            <a:off x="2946400" y="3035300"/>
            <a:ext cx="4635500" cy="673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87DA7404-6CDB-FCCD-F316-EC90EA21AFD8}"/>
              </a:ext>
            </a:extLst>
          </p:cNvPr>
          <p:cNvSpPr/>
          <p:nvPr/>
        </p:nvSpPr>
        <p:spPr>
          <a:xfrm>
            <a:off x="9340850" y="114300"/>
            <a:ext cx="1587500" cy="47625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963C59A-68A3-F30C-BA64-9334958949BC}"/>
              </a:ext>
            </a:extLst>
          </p:cNvPr>
          <p:cNvCxnSpPr>
            <a:cxnSpLocks/>
          </p:cNvCxnSpPr>
          <p:nvPr/>
        </p:nvCxnSpPr>
        <p:spPr>
          <a:xfrm flipV="1">
            <a:off x="4330700" y="412750"/>
            <a:ext cx="5603413" cy="171450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F4884A43-3DF0-53AE-05A3-383C33853D9E}"/>
              </a:ext>
            </a:extLst>
          </p:cNvPr>
          <p:cNvCxnSpPr/>
          <p:nvPr/>
        </p:nvCxnSpPr>
        <p:spPr>
          <a:xfrm flipV="1">
            <a:off x="4330700" y="1526959"/>
            <a:ext cx="3143250" cy="600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270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04F8BD5-FADD-D25B-A974-6E035D42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0"/>
            <a:ext cx="5760720" cy="2133600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A5CCDC-D1F6-6C64-0CE0-362F65F29178}"/>
              </a:ext>
            </a:extLst>
          </p:cNvPr>
          <p:cNvGrpSpPr/>
          <p:nvPr/>
        </p:nvGrpSpPr>
        <p:grpSpPr>
          <a:xfrm>
            <a:off x="0" y="335280"/>
            <a:ext cx="5829300" cy="3710305"/>
            <a:chOff x="0" y="335280"/>
            <a:chExt cx="5829300" cy="3710305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7304EB41-352D-4174-27EC-5A15D1061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35280"/>
              <a:ext cx="5760720" cy="3710305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F5F28A4-5CCE-E923-D869-9D0B7074BB93}"/>
                </a:ext>
              </a:extLst>
            </p:cNvPr>
            <p:cNvSpPr/>
            <p:nvPr/>
          </p:nvSpPr>
          <p:spPr>
            <a:xfrm>
              <a:off x="4937760" y="2255520"/>
              <a:ext cx="891540" cy="2819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BC4193AB-4EE0-6F64-34E9-167AFE7DA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345" y="0"/>
            <a:ext cx="4859655" cy="412813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695A329-8996-E012-E7C7-7776F93EB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344" y="4244340"/>
            <a:ext cx="4859655" cy="261366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F73294D-8127-5D43-6B63-4B162E55F18E}"/>
              </a:ext>
            </a:extLst>
          </p:cNvPr>
          <p:cNvSpPr txBox="1"/>
          <p:nvPr/>
        </p:nvSpPr>
        <p:spPr>
          <a:xfrm>
            <a:off x="5308904" y="0"/>
            <a:ext cx="166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dirty="0"/>
              <a:t>26 Auengebiete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253FEE1B-287C-4752-9353-0CAC19C49CBC}"/>
              </a:ext>
            </a:extLst>
          </p:cNvPr>
          <p:cNvCxnSpPr/>
          <p:nvPr/>
        </p:nvCxnSpPr>
        <p:spPr>
          <a:xfrm>
            <a:off x="4191000" y="590550"/>
            <a:ext cx="3289300" cy="501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BD7632F-1802-9361-EFB9-C38390642F86}"/>
              </a:ext>
            </a:extLst>
          </p:cNvPr>
          <p:cNvCxnSpPr/>
          <p:nvPr/>
        </p:nvCxnSpPr>
        <p:spPr>
          <a:xfrm flipV="1">
            <a:off x="3848100" y="850900"/>
            <a:ext cx="3625850" cy="117475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AE6130B-9EE1-D512-6329-4E506D331434}"/>
              </a:ext>
            </a:extLst>
          </p:cNvPr>
          <p:cNvCxnSpPr/>
          <p:nvPr/>
        </p:nvCxnSpPr>
        <p:spPr>
          <a:xfrm>
            <a:off x="4413250" y="704850"/>
            <a:ext cx="3067050" cy="514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A55B9CBB-3AF4-92AB-C137-E9796CE27C3E}"/>
              </a:ext>
            </a:extLst>
          </p:cNvPr>
          <p:cNvCxnSpPr/>
          <p:nvPr/>
        </p:nvCxnSpPr>
        <p:spPr>
          <a:xfrm>
            <a:off x="4406900" y="850900"/>
            <a:ext cx="3073400" cy="571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AEAB4E5-8FDB-AFE5-4657-E77BE09DA18F}"/>
              </a:ext>
            </a:extLst>
          </p:cNvPr>
          <p:cNvCxnSpPr/>
          <p:nvPr/>
        </p:nvCxnSpPr>
        <p:spPr>
          <a:xfrm flipV="1">
            <a:off x="5670550" y="1600200"/>
            <a:ext cx="1809750" cy="2127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4DA57E-8F98-8119-3ED7-56A7836BAE50}"/>
              </a:ext>
            </a:extLst>
          </p:cNvPr>
          <p:cNvCxnSpPr/>
          <p:nvPr/>
        </p:nvCxnSpPr>
        <p:spPr>
          <a:xfrm flipV="1">
            <a:off x="4070350" y="1752600"/>
            <a:ext cx="3409950" cy="502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E5CD2E0-7E65-C96B-A501-421F1EFEB447}"/>
              </a:ext>
            </a:extLst>
          </p:cNvPr>
          <p:cNvCxnSpPr/>
          <p:nvPr/>
        </p:nvCxnSpPr>
        <p:spPr>
          <a:xfrm flipV="1">
            <a:off x="4859656" y="1162050"/>
            <a:ext cx="5497194" cy="120650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DFB879CD-166D-3042-CE95-4B3076635038}"/>
              </a:ext>
            </a:extLst>
          </p:cNvPr>
          <p:cNvCxnSpPr/>
          <p:nvPr/>
        </p:nvCxnSpPr>
        <p:spPr>
          <a:xfrm flipV="1">
            <a:off x="3937000" y="1422400"/>
            <a:ext cx="6426200" cy="106680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C7A4CDD3-6836-FEA5-41A4-A2A35BB71C5C}"/>
              </a:ext>
            </a:extLst>
          </p:cNvPr>
          <p:cNvCxnSpPr/>
          <p:nvPr/>
        </p:nvCxnSpPr>
        <p:spPr>
          <a:xfrm flipV="1">
            <a:off x="5619750" y="3587750"/>
            <a:ext cx="2679700" cy="260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3CAD7B66-EBEA-129E-51AC-61C2E6146861}"/>
              </a:ext>
            </a:extLst>
          </p:cNvPr>
          <p:cNvCxnSpPr/>
          <p:nvPr/>
        </p:nvCxnSpPr>
        <p:spPr>
          <a:xfrm>
            <a:off x="3740150" y="1752600"/>
            <a:ext cx="3854450" cy="1289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8226FF91-4122-B373-1073-C2D9CEDE61E3}"/>
              </a:ext>
            </a:extLst>
          </p:cNvPr>
          <p:cNvCxnSpPr>
            <a:cxnSpLocks/>
          </p:cNvCxnSpPr>
          <p:nvPr/>
        </p:nvCxnSpPr>
        <p:spPr>
          <a:xfrm flipV="1">
            <a:off x="4191000" y="369332"/>
            <a:ext cx="6044953" cy="175243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FDC928C8-7FFC-CF8D-F139-2F849386D845}"/>
              </a:ext>
            </a:extLst>
          </p:cNvPr>
          <p:cNvSpPr/>
          <p:nvPr/>
        </p:nvSpPr>
        <p:spPr>
          <a:xfrm>
            <a:off x="9562853" y="104775"/>
            <a:ext cx="1587500" cy="47625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8164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04F8BD5-FADD-D25B-A974-6E035D42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0"/>
            <a:ext cx="5760720" cy="2133600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A5CCDC-D1F6-6C64-0CE0-362F65F29178}"/>
              </a:ext>
            </a:extLst>
          </p:cNvPr>
          <p:cNvGrpSpPr/>
          <p:nvPr/>
        </p:nvGrpSpPr>
        <p:grpSpPr>
          <a:xfrm>
            <a:off x="0" y="335280"/>
            <a:ext cx="5829300" cy="3710305"/>
            <a:chOff x="0" y="335280"/>
            <a:chExt cx="5829300" cy="3710305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7304EB41-352D-4174-27EC-5A15D1061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35280"/>
              <a:ext cx="5760720" cy="3710305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F5F28A4-5CCE-E923-D869-9D0B7074BB93}"/>
                </a:ext>
              </a:extLst>
            </p:cNvPr>
            <p:cNvSpPr/>
            <p:nvPr/>
          </p:nvSpPr>
          <p:spPr>
            <a:xfrm>
              <a:off x="4937760" y="2255520"/>
              <a:ext cx="891540" cy="2819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9F7B31CB-92B2-0E36-1988-A92B2C06CE34}"/>
              </a:ext>
            </a:extLst>
          </p:cNvPr>
          <p:cNvSpPr txBox="1"/>
          <p:nvPr/>
        </p:nvSpPr>
        <p:spPr>
          <a:xfrm>
            <a:off x="4773503" y="0"/>
            <a:ext cx="273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dirty="0"/>
              <a:t>27 Hoch-/Übergangsmoore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7988C0A-10C4-AA0B-EAEE-FCFF81023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960" y="3175"/>
            <a:ext cx="3749039" cy="372332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C664550-24D5-EFA4-2F66-50F5A19C5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019" y="4003116"/>
            <a:ext cx="4792979" cy="2843454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55E52736-23E3-D6E7-9267-4A1B177215D3}"/>
              </a:ext>
            </a:extLst>
          </p:cNvPr>
          <p:cNvCxnSpPr/>
          <p:nvPr/>
        </p:nvCxnSpPr>
        <p:spPr>
          <a:xfrm flipV="1">
            <a:off x="4203700" y="279400"/>
            <a:ext cx="4387850" cy="33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2F2D11D-AFA8-6B8C-EB04-F31EB8AEDFD0}"/>
              </a:ext>
            </a:extLst>
          </p:cNvPr>
          <p:cNvCxnSpPr/>
          <p:nvPr/>
        </p:nvCxnSpPr>
        <p:spPr>
          <a:xfrm flipV="1">
            <a:off x="4438650" y="469900"/>
            <a:ext cx="415925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59C6883E-D695-4608-64F0-01F047CBFF8F}"/>
              </a:ext>
            </a:extLst>
          </p:cNvPr>
          <p:cNvCxnSpPr/>
          <p:nvPr/>
        </p:nvCxnSpPr>
        <p:spPr>
          <a:xfrm flipV="1">
            <a:off x="4438650" y="609600"/>
            <a:ext cx="4152900" cy="234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FCCAC3E-68EA-B2ED-3E0E-87EB8B720C4D}"/>
              </a:ext>
            </a:extLst>
          </p:cNvPr>
          <p:cNvCxnSpPr/>
          <p:nvPr/>
        </p:nvCxnSpPr>
        <p:spPr>
          <a:xfrm flipV="1">
            <a:off x="5670550" y="762000"/>
            <a:ext cx="2927350" cy="29644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8437416-BBA8-A670-847D-080F8E0E1709}"/>
              </a:ext>
            </a:extLst>
          </p:cNvPr>
          <p:cNvCxnSpPr/>
          <p:nvPr/>
        </p:nvCxnSpPr>
        <p:spPr>
          <a:xfrm flipV="1">
            <a:off x="5632450" y="3289300"/>
            <a:ext cx="3181350" cy="571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FAC184E-9E42-6F93-9793-E519C441A8F7}"/>
              </a:ext>
            </a:extLst>
          </p:cNvPr>
          <p:cNvCxnSpPr/>
          <p:nvPr/>
        </p:nvCxnSpPr>
        <p:spPr>
          <a:xfrm>
            <a:off x="3759200" y="1790700"/>
            <a:ext cx="4927600" cy="20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B2542CE3-F597-14E0-8FF1-3FE02F2D141B}"/>
              </a:ext>
            </a:extLst>
          </p:cNvPr>
          <p:cNvCxnSpPr/>
          <p:nvPr/>
        </p:nvCxnSpPr>
        <p:spPr>
          <a:xfrm flipV="1">
            <a:off x="3886200" y="127000"/>
            <a:ext cx="4705350" cy="18669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B9B87441-B271-7D80-E024-326A937DAF43}"/>
              </a:ext>
            </a:extLst>
          </p:cNvPr>
          <p:cNvCxnSpPr/>
          <p:nvPr/>
        </p:nvCxnSpPr>
        <p:spPr>
          <a:xfrm flipV="1">
            <a:off x="4057650" y="914400"/>
            <a:ext cx="4540250" cy="1341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CDA67AC0-F52C-0634-85FA-4944AF64E926}"/>
              </a:ext>
            </a:extLst>
          </p:cNvPr>
          <p:cNvCxnSpPr>
            <a:cxnSpLocks/>
          </p:cNvCxnSpPr>
          <p:nvPr/>
        </p:nvCxnSpPr>
        <p:spPr>
          <a:xfrm flipV="1">
            <a:off x="4773503" y="609600"/>
            <a:ext cx="5615097" cy="173990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62536E9A-1852-1105-1F55-4EFC271F7A33}"/>
              </a:ext>
            </a:extLst>
          </p:cNvPr>
          <p:cNvCxnSpPr>
            <a:cxnSpLocks/>
          </p:cNvCxnSpPr>
          <p:nvPr/>
        </p:nvCxnSpPr>
        <p:spPr>
          <a:xfrm flipV="1">
            <a:off x="3981450" y="844550"/>
            <a:ext cx="6667500" cy="163195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B64FF368-0402-682B-C998-44CBE5251192}"/>
              </a:ext>
            </a:extLst>
          </p:cNvPr>
          <p:cNvCxnSpPr>
            <a:cxnSpLocks/>
            <a:stCxn id="23" idx="0"/>
          </p:cNvCxnSpPr>
          <p:nvPr/>
        </p:nvCxnSpPr>
        <p:spPr>
          <a:xfrm>
            <a:off x="5854380" y="2664477"/>
            <a:ext cx="4319430" cy="4321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ECF312-75C6-3681-C324-1C748370700E}"/>
              </a:ext>
            </a:extLst>
          </p:cNvPr>
          <p:cNvCxnSpPr>
            <a:cxnSpLocks/>
          </p:cNvCxnSpPr>
          <p:nvPr/>
        </p:nvCxnSpPr>
        <p:spPr>
          <a:xfrm>
            <a:off x="5948039" y="2787588"/>
            <a:ext cx="4101483" cy="50171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B996434A-79D2-F613-E488-C2D6E3221A9A}"/>
              </a:ext>
            </a:extLst>
          </p:cNvPr>
          <p:cNvSpPr txBox="1"/>
          <p:nvPr/>
        </p:nvSpPr>
        <p:spPr>
          <a:xfrm>
            <a:off x="5732391" y="2664477"/>
            <a:ext cx="243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C656F84E-4214-8372-B519-A851E8975E8D}"/>
              </a:ext>
            </a:extLst>
          </p:cNvPr>
          <p:cNvSpPr/>
          <p:nvPr/>
        </p:nvSpPr>
        <p:spPr>
          <a:xfrm>
            <a:off x="9709149" y="2476500"/>
            <a:ext cx="977901" cy="1130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18578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04F8BD5-FADD-D25B-A974-6E035D42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0"/>
            <a:ext cx="5760720" cy="2133600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A5CCDC-D1F6-6C64-0CE0-362F65F29178}"/>
              </a:ext>
            </a:extLst>
          </p:cNvPr>
          <p:cNvGrpSpPr/>
          <p:nvPr/>
        </p:nvGrpSpPr>
        <p:grpSpPr>
          <a:xfrm>
            <a:off x="0" y="335280"/>
            <a:ext cx="5829300" cy="3710305"/>
            <a:chOff x="0" y="335280"/>
            <a:chExt cx="5829300" cy="3710305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7304EB41-352D-4174-27EC-5A15D1061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35280"/>
              <a:ext cx="5760720" cy="3710305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F5F28A4-5CCE-E923-D869-9D0B7074BB93}"/>
                </a:ext>
              </a:extLst>
            </p:cNvPr>
            <p:cNvSpPr/>
            <p:nvPr/>
          </p:nvSpPr>
          <p:spPr>
            <a:xfrm>
              <a:off x="4937760" y="2255520"/>
              <a:ext cx="891540" cy="2819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BF833E09-29FF-A1A4-1F92-9B4BE2D10918}"/>
              </a:ext>
            </a:extLst>
          </p:cNvPr>
          <p:cNvSpPr txBox="1"/>
          <p:nvPr/>
        </p:nvSpPr>
        <p:spPr>
          <a:xfrm>
            <a:off x="5350871" y="0"/>
            <a:ext cx="158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dirty="0"/>
              <a:t>28 Flachmoore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6186393-5D8E-96F0-7AA3-30417905B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345" y="0"/>
            <a:ext cx="4859655" cy="362585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BDA117E-DA91-21F5-1715-101076844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282" y="4709795"/>
            <a:ext cx="5760720" cy="2148205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722114FF-9149-908B-BF25-0B29A33714E0}"/>
              </a:ext>
            </a:extLst>
          </p:cNvPr>
          <p:cNvCxnSpPr/>
          <p:nvPr/>
        </p:nvCxnSpPr>
        <p:spPr>
          <a:xfrm flipV="1">
            <a:off x="4197350" y="533400"/>
            <a:ext cx="3257550" cy="6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C714FFC-D4F3-08A4-B9A3-547A8677DFA4}"/>
              </a:ext>
            </a:extLst>
          </p:cNvPr>
          <p:cNvCxnSpPr/>
          <p:nvPr/>
        </p:nvCxnSpPr>
        <p:spPr>
          <a:xfrm>
            <a:off x="4445000" y="698500"/>
            <a:ext cx="3009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59AB948E-5D45-C6B8-4538-821FC8ED26EA}"/>
              </a:ext>
            </a:extLst>
          </p:cNvPr>
          <p:cNvCxnSpPr/>
          <p:nvPr/>
        </p:nvCxnSpPr>
        <p:spPr>
          <a:xfrm>
            <a:off x="4419600" y="831850"/>
            <a:ext cx="3035300" cy="6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9BF57FD-D8D7-B208-D065-AFC7B5186547}"/>
              </a:ext>
            </a:extLst>
          </p:cNvPr>
          <p:cNvCxnSpPr/>
          <p:nvPr/>
        </p:nvCxnSpPr>
        <p:spPr>
          <a:xfrm flipV="1">
            <a:off x="5657850" y="1073150"/>
            <a:ext cx="1797050" cy="2647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C4F50146-4DC7-5386-A5EE-05157EA600D3}"/>
              </a:ext>
            </a:extLst>
          </p:cNvPr>
          <p:cNvCxnSpPr/>
          <p:nvPr/>
        </p:nvCxnSpPr>
        <p:spPr>
          <a:xfrm flipV="1">
            <a:off x="4051300" y="1257300"/>
            <a:ext cx="3403600" cy="998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A8267700-9232-A4E0-047B-D13070BB4FC3}"/>
              </a:ext>
            </a:extLst>
          </p:cNvPr>
          <p:cNvCxnSpPr/>
          <p:nvPr/>
        </p:nvCxnSpPr>
        <p:spPr>
          <a:xfrm>
            <a:off x="3759200" y="1797050"/>
            <a:ext cx="3816350" cy="740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A6A52EC-68DF-F5D9-6101-E63CEA6A5A96}"/>
              </a:ext>
            </a:extLst>
          </p:cNvPr>
          <p:cNvCxnSpPr>
            <a:cxnSpLocks/>
          </p:cNvCxnSpPr>
          <p:nvPr/>
        </p:nvCxnSpPr>
        <p:spPr>
          <a:xfrm flipV="1">
            <a:off x="5657850" y="3067050"/>
            <a:ext cx="2381250" cy="793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D00B817C-EE6F-0285-D86B-E9A3FE845B94}"/>
              </a:ext>
            </a:extLst>
          </p:cNvPr>
          <p:cNvCxnSpPr>
            <a:cxnSpLocks/>
          </p:cNvCxnSpPr>
          <p:nvPr/>
        </p:nvCxnSpPr>
        <p:spPr>
          <a:xfrm flipV="1">
            <a:off x="4851400" y="698500"/>
            <a:ext cx="5530850" cy="168275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102C546-5B27-4A3D-8364-8F3129D3D26A}"/>
              </a:ext>
            </a:extLst>
          </p:cNvPr>
          <p:cNvCxnSpPr>
            <a:cxnSpLocks/>
          </p:cNvCxnSpPr>
          <p:nvPr/>
        </p:nvCxnSpPr>
        <p:spPr>
          <a:xfrm flipV="1">
            <a:off x="4006850" y="977900"/>
            <a:ext cx="6623050" cy="149225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7E191B1-A993-7911-7F58-22CF744048E5}"/>
              </a:ext>
            </a:extLst>
          </p:cNvPr>
          <p:cNvCxnSpPr/>
          <p:nvPr/>
        </p:nvCxnSpPr>
        <p:spPr>
          <a:xfrm flipV="1">
            <a:off x="3873500" y="335280"/>
            <a:ext cx="3581400" cy="16903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478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04F8BD5-FADD-D25B-A974-6E035D42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0"/>
            <a:ext cx="5760720" cy="2133600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A5CCDC-D1F6-6C64-0CE0-362F65F29178}"/>
              </a:ext>
            </a:extLst>
          </p:cNvPr>
          <p:cNvGrpSpPr/>
          <p:nvPr/>
        </p:nvGrpSpPr>
        <p:grpSpPr>
          <a:xfrm>
            <a:off x="0" y="335280"/>
            <a:ext cx="5829300" cy="3710305"/>
            <a:chOff x="0" y="335280"/>
            <a:chExt cx="5829300" cy="3710305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7304EB41-352D-4174-27EC-5A15D1061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35280"/>
              <a:ext cx="5760720" cy="3710305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F5F28A4-5CCE-E923-D869-9D0B7074BB93}"/>
                </a:ext>
              </a:extLst>
            </p:cNvPr>
            <p:cNvSpPr/>
            <p:nvPr/>
          </p:nvSpPr>
          <p:spPr>
            <a:xfrm>
              <a:off x="4937760" y="2255520"/>
              <a:ext cx="891540" cy="2819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BF833E09-29FF-A1A4-1F92-9B4BE2D10918}"/>
              </a:ext>
            </a:extLst>
          </p:cNvPr>
          <p:cNvSpPr txBox="1"/>
          <p:nvPr/>
        </p:nvSpPr>
        <p:spPr>
          <a:xfrm>
            <a:off x="4823997" y="0"/>
            <a:ext cx="2634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dirty="0"/>
              <a:t>29 Amphibienlaichgebiete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AF98DE7-345F-98B7-9FF5-9893B5B06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282" y="447040"/>
            <a:ext cx="5760720" cy="298196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08CED55-DC54-D146-D7CD-B4274C171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280" y="4916170"/>
            <a:ext cx="5760720" cy="194183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6BA3A65-C102-70CC-9414-3BFC82672B98}"/>
              </a:ext>
            </a:extLst>
          </p:cNvPr>
          <p:cNvSpPr txBox="1"/>
          <p:nvPr/>
        </p:nvSpPr>
        <p:spPr>
          <a:xfrm>
            <a:off x="8663983" y="92789"/>
            <a:ext cx="352801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i="1" dirty="0">
                <a:solidFill>
                  <a:srgbClr val="C00000"/>
                </a:solidFill>
              </a:rPr>
              <a:t>29.1 Ortsfeste Objekte:</a:t>
            </a:r>
            <a:br>
              <a:rPr lang="de-CH" sz="1400" i="1" dirty="0">
                <a:solidFill>
                  <a:srgbClr val="C00000"/>
                </a:solidFill>
              </a:rPr>
            </a:br>
            <a:r>
              <a:rPr lang="de-CH" sz="1400" i="1" dirty="0">
                <a:solidFill>
                  <a:srgbClr val="C00000"/>
                </a:solidFill>
              </a:rPr>
              <a:t>kt_Amphibien_Laichgebiete_LV95_V1_1</a:t>
            </a:r>
          </a:p>
          <a:p>
            <a:r>
              <a:rPr lang="de-CH" sz="1400" i="1" dirty="0">
                <a:solidFill>
                  <a:srgbClr val="C00000"/>
                </a:solidFill>
              </a:rPr>
              <a:t>Kt_Amphibien_Laichgebiete_Codelisten_V1_1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2807AD7-565F-F781-AFD0-2CD03B87B330}"/>
              </a:ext>
            </a:extLst>
          </p:cNvPr>
          <p:cNvSpPr txBox="1"/>
          <p:nvPr/>
        </p:nvSpPr>
        <p:spPr>
          <a:xfrm>
            <a:off x="8474135" y="4177506"/>
            <a:ext cx="37141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400" i="1" dirty="0">
                <a:solidFill>
                  <a:srgbClr val="C00000"/>
                </a:solidFill>
              </a:rPr>
              <a:t>29.2 Wanderobjekte:</a:t>
            </a:r>
            <a:br>
              <a:rPr lang="de-CH" sz="1400" i="1" dirty="0">
                <a:solidFill>
                  <a:srgbClr val="C00000"/>
                </a:solidFill>
              </a:rPr>
            </a:br>
            <a:r>
              <a:rPr lang="de-CH" sz="1400" i="1" dirty="0">
                <a:solidFill>
                  <a:srgbClr val="C00000"/>
                </a:solidFill>
              </a:rPr>
              <a:t>kt_Amphibien_Wanderobjekte_LV95_V1_1</a:t>
            </a:r>
            <a:br>
              <a:rPr lang="de-CH" sz="1400" i="1" dirty="0">
                <a:solidFill>
                  <a:srgbClr val="C00000"/>
                </a:solidFill>
              </a:rPr>
            </a:br>
            <a:r>
              <a:rPr lang="de-CH" sz="1400" i="1" dirty="0">
                <a:solidFill>
                  <a:srgbClr val="C00000"/>
                </a:solidFill>
              </a:rPr>
              <a:t>kt_Amphibien_Wanderobjekte_Codelisten_V1_1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CBB9AC5-BE23-77B7-5A47-B9F2135008B0}"/>
              </a:ext>
            </a:extLst>
          </p:cNvPr>
          <p:cNvCxnSpPr>
            <a:cxnSpLocks/>
          </p:cNvCxnSpPr>
          <p:nvPr/>
        </p:nvCxnSpPr>
        <p:spPr>
          <a:xfrm flipH="1" flipV="1">
            <a:off x="4191000" y="590550"/>
            <a:ext cx="22987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5E6BDE6-CAEB-535A-72DF-A735654A14D5}"/>
              </a:ext>
            </a:extLst>
          </p:cNvPr>
          <p:cNvCxnSpPr>
            <a:cxnSpLocks/>
          </p:cNvCxnSpPr>
          <p:nvPr/>
        </p:nvCxnSpPr>
        <p:spPr>
          <a:xfrm flipV="1">
            <a:off x="3879850" y="546100"/>
            <a:ext cx="2609850" cy="146685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78520BA0-42C9-0033-A391-0EA8F0A1FAB5}"/>
              </a:ext>
            </a:extLst>
          </p:cNvPr>
          <p:cNvCxnSpPr/>
          <p:nvPr/>
        </p:nvCxnSpPr>
        <p:spPr>
          <a:xfrm>
            <a:off x="4432300" y="742950"/>
            <a:ext cx="2057400" cy="139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1B13047-F61F-7C54-9BBE-41499169EE02}"/>
              </a:ext>
            </a:extLst>
          </p:cNvPr>
          <p:cNvCxnSpPr/>
          <p:nvPr/>
        </p:nvCxnSpPr>
        <p:spPr>
          <a:xfrm>
            <a:off x="4432300" y="831850"/>
            <a:ext cx="2057400" cy="184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319B912F-4694-0794-1B69-51307B5DCEAF}"/>
              </a:ext>
            </a:extLst>
          </p:cNvPr>
          <p:cNvCxnSpPr/>
          <p:nvPr/>
        </p:nvCxnSpPr>
        <p:spPr>
          <a:xfrm flipV="1">
            <a:off x="5664200" y="1155700"/>
            <a:ext cx="825500" cy="256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3FC5D2F0-325E-1A6D-D688-949300FB093F}"/>
              </a:ext>
            </a:extLst>
          </p:cNvPr>
          <p:cNvCxnSpPr/>
          <p:nvPr/>
        </p:nvCxnSpPr>
        <p:spPr>
          <a:xfrm flipV="1">
            <a:off x="4051300" y="1333500"/>
            <a:ext cx="2438400" cy="922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647D3230-C462-04A7-371C-83CBD1817722}"/>
              </a:ext>
            </a:extLst>
          </p:cNvPr>
          <p:cNvCxnSpPr>
            <a:cxnSpLocks/>
          </p:cNvCxnSpPr>
          <p:nvPr/>
        </p:nvCxnSpPr>
        <p:spPr>
          <a:xfrm flipV="1">
            <a:off x="4432300" y="1466850"/>
            <a:ext cx="2057400" cy="87630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C3EF668E-FF67-91DB-1BD6-E8CE1B072C96}"/>
              </a:ext>
            </a:extLst>
          </p:cNvPr>
          <p:cNvCxnSpPr>
            <a:cxnSpLocks/>
          </p:cNvCxnSpPr>
          <p:nvPr/>
        </p:nvCxnSpPr>
        <p:spPr>
          <a:xfrm flipV="1">
            <a:off x="4051300" y="2070100"/>
            <a:ext cx="2438400" cy="41910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B9466441-E1B3-1B9F-FB81-266A649160A7}"/>
              </a:ext>
            </a:extLst>
          </p:cNvPr>
          <p:cNvCxnSpPr/>
          <p:nvPr/>
        </p:nvCxnSpPr>
        <p:spPr>
          <a:xfrm>
            <a:off x="3740150" y="1797050"/>
            <a:ext cx="2984500" cy="1111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813BBE6E-FE58-0A32-C69F-AC107088CB95}"/>
              </a:ext>
            </a:extLst>
          </p:cNvPr>
          <p:cNvCxnSpPr/>
          <p:nvPr/>
        </p:nvCxnSpPr>
        <p:spPr>
          <a:xfrm flipV="1">
            <a:off x="5664200" y="3232150"/>
            <a:ext cx="1060450" cy="64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B9D393F0-141E-C5DF-06E1-60B88D264443}"/>
              </a:ext>
            </a:extLst>
          </p:cNvPr>
          <p:cNvCxnSpPr/>
          <p:nvPr/>
        </p:nvCxnSpPr>
        <p:spPr>
          <a:xfrm>
            <a:off x="2971800" y="3816350"/>
            <a:ext cx="3517900" cy="276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8108DDF8-29F1-A6FB-A159-D7F72F1935AB}"/>
              </a:ext>
            </a:extLst>
          </p:cNvPr>
          <p:cNvCxnSpPr/>
          <p:nvPr/>
        </p:nvCxnSpPr>
        <p:spPr>
          <a:xfrm>
            <a:off x="3879850" y="2012950"/>
            <a:ext cx="2609850" cy="30099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B6D72794-4AA7-8979-9E38-E0B8FE409960}"/>
              </a:ext>
            </a:extLst>
          </p:cNvPr>
          <p:cNvCxnSpPr>
            <a:cxnSpLocks/>
          </p:cNvCxnSpPr>
          <p:nvPr/>
        </p:nvCxnSpPr>
        <p:spPr>
          <a:xfrm flipH="1">
            <a:off x="6273800" y="5238750"/>
            <a:ext cx="215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775D38B4-58EB-8885-7DD0-1169403EDBF6}"/>
              </a:ext>
            </a:extLst>
          </p:cNvPr>
          <p:cNvCxnSpPr>
            <a:cxnSpLocks/>
          </p:cNvCxnSpPr>
          <p:nvPr/>
        </p:nvCxnSpPr>
        <p:spPr>
          <a:xfrm flipH="1">
            <a:off x="6273800" y="5397500"/>
            <a:ext cx="215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1B084F64-5BC3-212A-50F3-38893F95B843}"/>
              </a:ext>
            </a:extLst>
          </p:cNvPr>
          <p:cNvCxnSpPr>
            <a:cxnSpLocks/>
          </p:cNvCxnSpPr>
          <p:nvPr/>
        </p:nvCxnSpPr>
        <p:spPr>
          <a:xfrm flipH="1">
            <a:off x="6273800" y="5543550"/>
            <a:ext cx="215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1E6C9863-3EFB-930A-3008-933CA1E8E6C8}"/>
              </a:ext>
            </a:extLst>
          </p:cNvPr>
          <p:cNvCxnSpPr>
            <a:cxnSpLocks/>
          </p:cNvCxnSpPr>
          <p:nvPr/>
        </p:nvCxnSpPr>
        <p:spPr>
          <a:xfrm flipH="1">
            <a:off x="6273800" y="5708650"/>
            <a:ext cx="215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D472EB7-034C-5882-0859-E61D50691F28}"/>
              </a:ext>
            </a:extLst>
          </p:cNvPr>
          <p:cNvCxnSpPr>
            <a:cxnSpLocks/>
          </p:cNvCxnSpPr>
          <p:nvPr/>
        </p:nvCxnSpPr>
        <p:spPr>
          <a:xfrm flipH="1">
            <a:off x="6273800" y="5848350"/>
            <a:ext cx="21590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87C47C8D-B054-CC3D-60F6-E182A592D994}"/>
              </a:ext>
            </a:extLst>
          </p:cNvPr>
          <p:cNvCxnSpPr>
            <a:cxnSpLocks/>
          </p:cNvCxnSpPr>
          <p:nvPr/>
        </p:nvCxnSpPr>
        <p:spPr>
          <a:xfrm flipH="1">
            <a:off x="6273800" y="6457950"/>
            <a:ext cx="21590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1EA061D-A6DB-9438-580C-F765F7B21466}"/>
              </a:ext>
            </a:extLst>
          </p:cNvPr>
          <p:cNvCxnSpPr/>
          <p:nvPr/>
        </p:nvCxnSpPr>
        <p:spPr>
          <a:xfrm>
            <a:off x="6489700" y="3879850"/>
            <a:ext cx="5698593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26A6EE5B-ACF6-043C-2808-B25DAB136ECE}"/>
              </a:ext>
            </a:extLst>
          </p:cNvPr>
          <p:cNvCxnSpPr>
            <a:cxnSpLocks/>
          </p:cNvCxnSpPr>
          <p:nvPr/>
        </p:nvCxnSpPr>
        <p:spPr>
          <a:xfrm>
            <a:off x="5664200" y="3071674"/>
            <a:ext cx="106045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6B9EE6B1-CE4C-FCCC-6187-F3AE1567A7DA}"/>
              </a:ext>
            </a:extLst>
          </p:cNvPr>
          <p:cNvSpPr txBox="1"/>
          <p:nvPr/>
        </p:nvSpPr>
        <p:spPr>
          <a:xfrm>
            <a:off x="5449365" y="2960528"/>
            <a:ext cx="243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EF72F95-B777-D568-EED2-D2BCA692BF9A}"/>
              </a:ext>
            </a:extLst>
          </p:cNvPr>
          <p:cNvSpPr txBox="1"/>
          <p:nvPr/>
        </p:nvSpPr>
        <p:spPr>
          <a:xfrm>
            <a:off x="6411497" y="4012407"/>
            <a:ext cx="2140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>
                <a:highlight>
                  <a:srgbClr val="FFFF00"/>
                </a:highlight>
              </a:rPr>
              <a:t>keine Objekte im </a:t>
            </a:r>
            <a:r>
              <a:rPr lang="de-CH" sz="1600" dirty="0" err="1">
                <a:highlight>
                  <a:srgbClr val="FFFF00"/>
                </a:highlight>
              </a:rPr>
              <a:t>Kt</a:t>
            </a:r>
            <a:r>
              <a:rPr lang="de-CH" sz="1600" dirty="0">
                <a:highlight>
                  <a:srgbClr val="FFFF00"/>
                </a:highlight>
              </a:rPr>
              <a:t>. GL</a:t>
            </a:r>
          </a:p>
        </p:txBody>
      </p:sp>
    </p:spTree>
    <p:extLst>
      <p:ext uri="{BB962C8B-B14F-4D97-AF65-F5344CB8AC3E}">
        <p14:creationId xmlns:p14="http://schemas.microsoft.com/office/powerpoint/2010/main" val="333271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04F8BD5-FADD-D25B-A974-6E035D42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0"/>
            <a:ext cx="5760720" cy="2133600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DA5CCDC-D1F6-6C64-0CE0-362F65F29178}"/>
              </a:ext>
            </a:extLst>
          </p:cNvPr>
          <p:cNvGrpSpPr/>
          <p:nvPr/>
        </p:nvGrpSpPr>
        <p:grpSpPr>
          <a:xfrm>
            <a:off x="0" y="335280"/>
            <a:ext cx="5829300" cy="3710305"/>
            <a:chOff x="0" y="335280"/>
            <a:chExt cx="5829300" cy="3710305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7304EB41-352D-4174-27EC-5A15D1061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35280"/>
              <a:ext cx="5760720" cy="3710305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F5F28A4-5CCE-E923-D869-9D0B7074BB93}"/>
                </a:ext>
              </a:extLst>
            </p:cNvPr>
            <p:cNvSpPr/>
            <p:nvPr/>
          </p:nvSpPr>
          <p:spPr>
            <a:xfrm>
              <a:off x="4937760" y="2255520"/>
              <a:ext cx="891540" cy="2819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BF833E09-29FF-A1A4-1F92-9B4BE2D10918}"/>
              </a:ext>
            </a:extLst>
          </p:cNvPr>
          <p:cNvSpPr txBox="1"/>
          <p:nvPr/>
        </p:nvSpPr>
        <p:spPr>
          <a:xfrm>
            <a:off x="5585809" y="0"/>
            <a:ext cx="1111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dirty="0"/>
              <a:t>189 TWW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77EB01E-9794-0C99-FD9F-D3A210555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345" y="267335"/>
            <a:ext cx="2879725" cy="397637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4649D20-5A00-4AB6-76AA-F98E5CAC1A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345" y="5008245"/>
            <a:ext cx="4859655" cy="1849755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ACD963F-B261-6298-41B1-462FC6F7E999}"/>
              </a:ext>
            </a:extLst>
          </p:cNvPr>
          <p:cNvCxnSpPr/>
          <p:nvPr/>
        </p:nvCxnSpPr>
        <p:spPr>
          <a:xfrm>
            <a:off x="4445000" y="704850"/>
            <a:ext cx="2965450" cy="107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005B7EC-32F0-317F-D917-D149E0A60C49}"/>
              </a:ext>
            </a:extLst>
          </p:cNvPr>
          <p:cNvCxnSpPr/>
          <p:nvPr/>
        </p:nvCxnSpPr>
        <p:spPr>
          <a:xfrm>
            <a:off x="4425950" y="825500"/>
            <a:ext cx="2990850" cy="17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D2BADA0-BD64-A2D6-7FA4-0E7FCFC566DF}"/>
              </a:ext>
            </a:extLst>
          </p:cNvPr>
          <p:cNvCxnSpPr/>
          <p:nvPr/>
        </p:nvCxnSpPr>
        <p:spPr>
          <a:xfrm flipV="1">
            <a:off x="5689600" y="1182370"/>
            <a:ext cx="1720850" cy="2564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A5DDF2C9-D78F-4644-9C7F-3270F92F1627}"/>
              </a:ext>
            </a:extLst>
          </p:cNvPr>
          <p:cNvCxnSpPr/>
          <p:nvPr/>
        </p:nvCxnSpPr>
        <p:spPr>
          <a:xfrm flipV="1">
            <a:off x="4133850" y="1370965"/>
            <a:ext cx="3282950" cy="884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4938B542-D0B0-621A-8328-71771DE922B4}"/>
              </a:ext>
            </a:extLst>
          </p:cNvPr>
          <p:cNvCxnSpPr/>
          <p:nvPr/>
        </p:nvCxnSpPr>
        <p:spPr>
          <a:xfrm flipV="1">
            <a:off x="4859656" y="1547257"/>
            <a:ext cx="2550794" cy="84923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2ED203B-9A16-7646-208A-7C34766A73C1}"/>
              </a:ext>
            </a:extLst>
          </p:cNvPr>
          <p:cNvCxnSpPr>
            <a:cxnSpLocks/>
          </p:cNvCxnSpPr>
          <p:nvPr/>
        </p:nvCxnSpPr>
        <p:spPr>
          <a:xfrm flipV="1">
            <a:off x="4038600" y="2285265"/>
            <a:ext cx="3422650" cy="20984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B7D9286C-E6FC-277A-8257-399D261F9BA0}"/>
              </a:ext>
            </a:extLst>
          </p:cNvPr>
          <p:cNvCxnSpPr/>
          <p:nvPr/>
        </p:nvCxnSpPr>
        <p:spPr>
          <a:xfrm>
            <a:off x="5645150" y="3867150"/>
            <a:ext cx="2241550" cy="107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EE9E0B30-399A-74A2-49C6-4CA5426D0972}"/>
              </a:ext>
            </a:extLst>
          </p:cNvPr>
          <p:cNvCxnSpPr/>
          <p:nvPr/>
        </p:nvCxnSpPr>
        <p:spPr>
          <a:xfrm>
            <a:off x="3759200" y="1813242"/>
            <a:ext cx="4127500" cy="16157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14C228CA-609F-1AE7-4B67-F70E47BA60C8}"/>
              </a:ext>
            </a:extLst>
          </p:cNvPr>
          <p:cNvCxnSpPr>
            <a:cxnSpLocks/>
          </p:cNvCxnSpPr>
          <p:nvPr/>
        </p:nvCxnSpPr>
        <p:spPr>
          <a:xfrm flipH="1" flipV="1">
            <a:off x="4191000" y="584200"/>
            <a:ext cx="3219450" cy="622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38F09EF-3A82-8EAE-F994-861BBE4C3674}"/>
              </a:ext>
            </a:extLst>
          </p:cNvPr>
          <p:cNvCxnSpPr/>
          <p:nvPr/>
        </p:nvCxnSpPr>
        <p:spPr>
          <a:xfrm flipV="1">
            <a:off x="3898900" y="369332"/>
            <a:ext cx="3511550" cy="16690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108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Breitbild</PresentationFormat>
  <Paragraphs>14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Staub</dc:creator>
  <cp:lastModifiedBy>Peter Staub</cp:lastModifiedBy>
  <cp:revision>12</cp:revision>
  <dcterms:created xsi:type="dcterms:W3CDTF">2022-12-07T13:28:39Z</dcterms:created>
  <dcterms:modified xsi:type="dcterms:W3CDTF">2022-12-15T15:26:38Z</dcterms:modified>
</cp:coreProperties>
</file>